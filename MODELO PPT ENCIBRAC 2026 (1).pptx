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comments/comment3.xml" ContentType="application/vnd.openxmlformats-officedocument.presentationml.comments+xml"/>
  <Override PartName="/ppt/comments/comment4.xml" ContentType="application/vnd.openxmlformats-officedocument.presentationml.comments+xml"/>
  <Override PartName="/ppt/comments/comment5.xml" ContentType="application/vnd.openxmlformats-officedocument.presentationml.comments+xml"/>
  <Override PartName="/ppt/comments/comment6.xml" ContentType="application/vnd.openxmlformats-officedocument.presentationml.comments+xml"/>
  <Override PartName="/ppt/comments/comment7.xml" ContentType="application/vnd.openxmlformats-officedocument.presentationml.comments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3"/>
  </p:sldMasterIdLst>
  <p:sldIdLst>
    <p:sldId id="256" r:id="rId4"/>
    <p:sldId id="257" r:id="rId5"/>
    <p:sldId id="258" r:id="rId6"/>
    <p:sldId id="267" r:id="rId7"/>
    <p:sldId id="262" r:id="rId8"/>
    <p:sldId id="263" r:id="rId9"/>
    <p:sldId id="264" r:id="rId10"/>
    <p:sldId id="265" r:id="rId11"/>
    <p:sldId id="268" r:id="rId12"/>
    <p:sldId id="259" r:id="rId13"/>
    <p:sldId id="261" r:id="rId14"/>
  </p:sldIdLst>
  <p:sldSz cx="12192000" cy="6858000"/>
  <p:notesSz cx="6858000" cy="9144000"/>
  <p:defaultTextStyle>
    <a:defPPr>
      <a:defRPr lang="pt-B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RENATA" initials="R" lastIdx="1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A2EC0E-3A60-4B0B-A9BF-3CB2279CC864}" v="28" dt="2025-05-22T21:51:34.2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42" d="100"/>
          <a:sy n="42" d="100"/>
        </p:scale>
        <p:origin x="54" y="72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theme" Target="theme/theme1.xml"/><Relationship Id="rId3" Type="http://schemas.openxmlformats.org/officeDocument/2006/relationships/slideMaster" Target="slideMasters/slideMaster1.xml"/><Relationship Id="rId21" Type="http://schemas.microsoft.com/office/2015/10/relationships/revisionInfo" Target="revisionInfo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commentAuthors" Target="commentAuthors.xml"/><Relationship Id="rId10" Type="http://schemas.openxmlformats.org/officeDocument/2006/relationships/slide" Target="slides/slide7.xml"/><Relationship Id="rId19" Type="http://schemas.openxmlformats.org/officeDocument/2006/relationships/tableStyles" Target="tableStyle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nata Costa" userId="c96d403436fc1ebf" providerId="LiveId" clId="{3DA2EC0E-3A60-4B0B-A9BF-3CB2279CC864}"/>
    <pc:docChg chg="undo custSel addSld modSld">
      <pc:chgData name="Renata Costa" userId="c96d403436fc1ebf" providerId="LiveId" clId="{3DA2EC0E-3A60-4B0B-A9BF-3CB2279CC864}" dt="2025-05-22T21:53:12.556" v="415" actId="6549"/>
      <pc:docMkLst>
        <pc:docMk/>
      </pc:docMkLst>
      <pc:sldChg chg="modSp mod">
        <pc:chgData name="Renata Costa" userId="c96d403436fc1ebf" providerId="LiveId" clId="{3DA2EC0E-3A60-4B0B-A9BF-3CB2279CC864}" dt="2025-05-22T21:53:12.556" v="415" actId="6549"/>
        <pc:sldMkLst>
          <pc:docMk/>
          <pc:sldMk cId="0" sldId="257"/>
        </pc:sldMkLst>
        <pc:spChg chg="mod">
          <ac:chgData name="Renata Costa" userId="c96d403436fc1ebf" providerId="LiveId" clId="{3DA2EC0E-3A60-4B0B-A9BF-3CB2279CC864}" dt="2025-05-22T21:43:01.032" v="3" actId="20577"/>
          <ac:spMkLst>
            <pc:docMk/>
            <pc:sldMk cId="0" sldId="257"/>
            <ac:spMk id="2" creationId="{00000000-0000-0000-0000-000000000000}"/>
          </ac:spMkLst>
        </pc:spChg>
        <pc:spChg chg="mod">
          <ac:chgData name="Renata Costa" userId="c96d403436fc1ebf" providerId="LiveId" clId="{3DA2EC0E-3A60-4B0B-A9BF-3CB2279CC864}" dt="2025-05-22T21:53:12.556" v="415" actId="6549"/>
          <ac:spMkLst>
            <pc:docMk/>
            <pc:sldMk cId="0" sldId="257"/>
            <ac:spMk id="8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3:06.429" v="16" actId="20577"/>
          <ac:spMkLst>
            <pc:docMk/>
            <pc:sldMk cId="0" sldId="257"/>
            <ac:spMk id="9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49:05.696" v="206" actId="20577"/>
          <ac:spMkLst>
            <pc:docMk/>
            <pc:sldMk cId="0" sldId="257"/>
            <ac:spMk id="10" creationId="{2153AA99-8F89-44F6-89BE-50ADB104D03D}"/>
          </ac:spMkLst>
        </pc:spChg>
        <pc:spChg chg="mod">
          <ac:chgData name="Renata Costa" userId="c96d403436fc1ebf" providerId="LiveId" clId="{3DA2EC0E-3A60-4B0B-A9BF-3CB2279CC864}" dt="2025-05-22T21:50:19.630" v="298" actId="20577"/>
          <ac:spMkLst>
            <pc:docMk/>
            <pc:sldMk cId="0" sldId="257"/>
            <ac:spMk id="3076" creationId="{2153AA99-8F89-44F6-89BE-50ADB104D03D}"/>
          </ac:spMkLst>
        </pc:spChg>
      </pc:sldChg>
      <pc:sldChg chg="addSp modSp mod modCm">
        <pc:chgData name="Renata Costa" userId="c96d403436fc1ebf" providerId="LiveId" clId="{3DA2EC0E-3A60-4B0B-A9BF-3CB2279CC864}" dt="2025-05-22T21:51:12.414" v="346"/>
        <pc:sldMkLst>
          <pc:docMk/>
          <pc:sldMk cId="0" sldId="258"/>
        </pc:sldMkLst>
        <pc:spChg chg="mod">
          <ac:chgData name="Renata Costa" userId="c96d403436fc1ebf" providerId="LiveId" clId="{3DA2EC0E-3A60-4B0B-A9BF-3CB2279CC864}" dt="2025-05-22T21:50:59.816" v="344" actId="6549"/>
          <ac:spMkLst>
            <pc:docMk/>
            <pc:sldMk cId="0" sldId="258"/>
            <ac:spMk id="4100" creationId="{D09F245C-E224-40FB-B22C-C18326684718}"/>
          </ac:spMkLst>
        </pc:spChg>
        <pc:picChg chg="add mod">
          <ac:chgData name="Renata Costa" userId="c96d403436fc1ebf" providerId="LiveId" clId="{3DA2EC0E-3A60-4B0B-A9BF-3CB2279CC864}" dt="2025-05-22T21:51:12.414" v="346"/>
          <ac:picMkLst>
            <pc:docMk/>
            <pc:sldMk cId="0" sldId="258"/>
            <ac:picMk id="2" creationId="{825EFEA0-FEEF-25D4-44D2-3DE30B5CE709}"/>
          </ac:picMkLst>
        </pc:picChg>
      </pc:sldChg>
      <pc:sldChg chg="addSp delSp modSp mod modCm">
        <pc:chgData name="Renata Costa" userId="c96d403436fc1ebf" providerId="LiveId" clId="{3DA2EC0E-3A60-4B0B-A9BF-3CB2279CC864}" dt="2025-05-22T21:45:25.345" v="64"/>
        <pc:sldMkLst>
          <pc:docMk/>
          <pc:sldMk cId="1004270343" sldId="262"/>
        </pc:sldMkLst>
        <pc:spChg chg="add mod">
          <ac:chgData name="Renata Costa" userId="c96d403436fc1ebf" providerId="LiveId" clId="{3DA2EC0E-3A60-4B0B-A9BF-3CB2279CC864}" dt="2025-05-22T21:45:09.967" v="63" actId="1076"/>
          <ac:spMkLst>
            <pc:docMk/>
            <pc:sldMk cId="1004270343" sldId="262"/>
            <ac:spMk id="2" creationId="{3C6B2C7A-E59D-5A67-500D-5262D5121C16}"/>
          </ac:spMkLst>
        </pc:spChg>
        <pc:spChg chg="del mod">
          <ac:chgData name="Renata Costa" userId="c96d403436fc1ebf" providerId="LiveId" clId="{3DA2EC0E-3A60-4B0B-A9BF-3CB2279CC864}" dt="2025-05-22T21:44:09.667" v="42" actId="478"/>
          <ac:spMkLst>
            <pc:docMk/>
            <pc:sldMk cId="1004270343" sldId="262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4:23.530" v="48" actId="1076"/>
          <ac:picMkLst>
            <pc:docMk/>
            <pc:sldMk cId="1004270343" sldId="262"/>
            <ac:picMk id="4099" creationId="{A9EB0ED6-083B-4BFA-9C57-A71D9212A144}"/>
          </ac:picMkLst>
        </pc:picChg>
      </pc:sldChg>
      <pc:sldChg chg="addSp delSp modSp mod">
        <pc:chgData name="Renata Costa" userId="c96d403436fc1ebf" providerId="LiveId" clId="{3DA2EC0E-3A60-4B0B-A9BF-3CB2279CC864}" dt="2025-05-22T21:46:19.352" v="113"/>
        <pc:sldMkLst>
          <pc:docMk/>
          <pc:sldMk cId="2149392476" sldId="263"/>
        </pc:sldMkLst>
        <pc:spChg chg="add del">
          <ac:chgData name="Renata Costa" userId="c96d403436fc1ebf" providerId="LiveId" clId="{3DA2EC0E-3A60-4B0B-A9BF-3CB2279CC864}" dt="2025-05-22T21:45:36.266" v="67" actId="22"/>
          <ac:spMkLst>
            <pc:docMk/>
            <pc:sldMk cId="2149392476" sldId="263"/>
            <ac:spMk id="3" creationId="{B6818BE9-28B0-787C-3CFD-F8A72C475623}"/>
          </ac:spMkLst>
        </pc:spChg>
        <pc:spChg chg="add mod">
          <ac:chgData name="Renata Costa" userId="c96d403436fc1ebf" providerId="LiveId" clId="{3DA2EC0E-3A60-4B0B-A9BF-3CB2279CC864}" dt="2025-05-22T21:46:19.352" v="113"/>
          <ac:spMkLst>
            <pc:docMk/>
            <pc:sldMk cId="2149392476" sldId="263"/>
            <ac:spMk id="4" creationId="{01DEED65-4293-70B7-FE9D-9EBEBFE6AC1C}"/>
          </ac:spMkLst>
        </pc:spChg>
        <pc:spChg chg="del">
          <ac:chgData name="Renata Costa" userId="c96d403436fc1ebf" providerId="LiveId" clId="{3DA2EC0E-3A60-4B0B-A9BF-3CB2279CC864}" dt="2025-05-22T21:45:32.597" v="65" actId="478"/>
          <ac:spMkLst>
            <pc:docMk/>
            <pc:sldMk cId="2149392476" sldId="263"/>
            <ac:spMk id="4100" creationId="{D09F245C-E224-40FB-B22C-C18326684718}"/>
          </ac:spMkLst>
        </pc:spChg>
      </pc:sldChg>
      <pc:sldChg chg="addSp delSp modSp modCm">
        <pc:chgData name="Renata Costa" userId="c96d403436fc1ebf" providerId="LiveId" clId="{3DA2EC0E-3A60-4B0B-A9BF-3CB2279CC864}" dt="2025-05-22T21:47:32.530" v="122"/>
        <pc:sldMkLst>
          <pc:docMk/>
          <pc:sldMk cId="3575197018" sldId="264"/>
        </pc:sldMkLst>
        <pc:spChg chg="add mod">
          <ac:chgData name="Renata Costa" userId="c96d403436fc1ebf" providerId="LiveId" clId="{3DA2EC0E-3A60-4B0B-A9BF-3CB2279CC864}" dt="2025-05-22T21:47:09.085" v="121" actId="1076"/>
          <ac:spMkLst>
            <pc:docMk/>
            <pc:sldMk cId="3575197018" sldId="264"/>
            <ac:spMk id="2" creationId="{3BAA0655-280C-904A-F03E-0947DA860559}"/>
          </ac:spMkLst>
        </pc:spChg>
        <pc:spChg chg="del">
          <ac:chgData name="Renata Costa" userId="c96d403436fc1ebf" providerId="LiveId" clId="{3DA2EC0E-3A60-4B0B-A9BF-3CB2279CC864}" dt="2025-05-22T21:46:50.602" v="116" actId="478"/>
          <ac:spMkLst>
            <pc:docMk/>
            <pc:sldMk cId="3575197018" sldId="264"/>
            <ac:spMk id="4100" creationId="{D09F245C-E224-40FB-B22C-C18326684718}"/>
          </ac:spMkLst>
        </pc:spChg>
        <pc:picChg chg="mod">
          <ac:chgData name="Renata Costa" userId="c96d403436fc1ebf" providerId="LiveId" clId="{3DA2EC0E-3A60-4B0B-A9BF-3CB2279CC864}" dt="2025-05-22T21:46:57.392" v="119" actId="1076"/>
          <ac:picMkLst>
            <pc:docMk/>
            <pc:sldMk cId="3575197018" sldId="264"/>
            <ac:picMk id="9" creationId="{A9EB0ED6-083B-4BFA-9C57-A71D9212A144}"/>
          </ac:picMkLst>
        </pc:picChg>
      </pc:sldChg>
      <pc:sldChg chg="delSp modSp mod modCm">
        <pc:chgData name="Renata Costa" userId="c96d403436fc1ebf" providerId="LiveId" clId="{3DA2EC0E-3A60-4B0B-A9BF-3CB2279CC864}" dt="2025-05-22T21:48:42.792" v="204" actId="6549"/>
        <pc:sldMkLst>
          <pc:docMk/>
          <pc:sldMk cId="1283984288" sldId="265"/>
        </pc:sldMkLst>
        <pc:spChg chg="mod">
          <ac:chgData name="Renata Costa" userId="c96d403436fc1ebf" providerId="LiveId" clId="{3DA2EC0E-3A60-4B0B-A9BF-3CB2279CC864}" dt="2025-05-22T21:48:42.792" v="204" actId="6549"/>
          <ac:spMkLst>
            <pc:docMk/>
            <pc:sldMk cId="1283984288" sldId="265"/>
            <ac:spMk id="4100" creationId="{D09F245C-E224-40FB-B22C-C18326684718}"/>
          </ac:spMkLst>
        </pc:spChg>
        <pc:picChg chg="del">
          <ac:chgData name="Renata Costa" userId="c96d403436fc1ebf" providerId="LiveId" clId="{3DA2EC0E-3A60-4B0B-A9BF-3CB2279CC864}" dt="2025-05-22T21:47:39.309" v="123" actId="478"/>
          <ac:picMkLst>
            <pc:docMk/>
            <pc:sldMk cId="1283984288" sldId="265"/>
            <ac:picMk id="10" creationId="{00000000-0000-0000-0000-000000000000}"/>
          </ac:picMkLst>
        </pc:picChg>
      </pc:sldChg>
      <pc:sldChg chg="addSp delSp modSp">
        <pc:chgData name="Renata Costa" userId="c96d403436fc1ebf" providerId="LiveId" clId="{3DA2EC0E-3A60-4B0B-A9BF-3CB2279CC864}" dt="2025-05-22T21:46:32.570" v="115"/>
        <pc:sldMkLst>
          <pc:docMk/>
          <pc:sldMk cId="3472418953" sldId="266"/>
        </pc:sldMkLst>
        <pc:spChg chg="add mod">
          <ac:chgData name="Renata Costa" userId="c96d403436fc1ebf" providerId="LiveId" clId="{3DA2EC0E-3A60-4B0B-A9BF-3CB2279CC864}" dt="2025-05-22T21:46:32.570" v="115"/>
          <ac:spMkLst>
            <pc:docMk/>
            <pc:sldMk cId="3472418953" sldId="266"/>
            <ac:spMk id="2" creationId="{BF27EDCF-BF92-8A03-B585-1969DD1D7166}"/>
          </ac:spMkLst>
        </pc:spChg>
        <pc:spChg chg="del">
          <ac:chgData name="Renata Costa" userId="c96d403436fc1ebf" providerId="LiveId" clId="{3DA2EC0E-3A60-4B0B-A9BF-3CB2279CC864}" dt="2025-05-22T21:46:31.642" v="114" actId="478"/>
          <ac:spMkLst>
            <pc:docMk/>
            <pc:sldMk cId="3472418953" sldId="266"/>
            <ac:spMk id="4100" creationId="{D09F245C-E224-40FB-B22C-C18326684718}"/>
          </ac:spMkLst>
        </pc:spChg>
      </pc:sldChg>
      <pc:sldChg chg="modSp add mod">
        <pc:chgData name="Renata Costa" userId="c96d403436fc1ebf" providerId="LiveId" clId="{3DA2EC0E-3A60-4B0B-A9BF-3CB2279CC864}" dt="2025-05-22T21:51:50.364" v="384" actId="20577"/>
        <pc:sldMkLst>
          <pc:docMk/>
          <pc:sldMk cId="2028430281" sldId="267"/>
        </pc:sldMkLst>
        <pc:spChg chg="mod">
          <ac:chgData name="Renata Costa" userId="c96d403436fc1ebf" providerId="LiveId" clId="{3DA2EC0E-3A60-4B0B-A9BF-3CB2279CC864}" dt="2025-05-22T21:51:50.364" v="384" actId="20577"/>
          <ac:spMkLst>
            <pc:docMk/>
            <pc:sldMk cId="2028430281" sldId="267"/>
            <ac:spMk id="4100" creationId="{55F3FA2C-B60D-0465-6983-3F4AE419EBED}"/>
          </ac:spMkLst>
        </pc:spChg>
      </pc:sldChg>
    </pc:docChg>
  </pc:docChgLst>
</pc:chgInfo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4">
    <p:pos x="3004" y="382"/>
    <p:text>Problemática
Justificativa
Objetivo Geral
Objetivos Específicos</p:tex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4:32.123" idx="10">
    <p:pos x="3004" y="382"/>
    <p:text>Problemática
Justificativa
Objetivo Geral
Objetivos Específicos</p:tex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5:59.687" idx="5">
    <p:pos x="6774" y="708"/>
    <p:text>NÃO MUDAR ESSA FRASE: é uma abordagem qualitativa, de natureza teórica, sem procedimentos práticos e baseados em referenciais teóricos.</p:text>
  </p:cm>
</p:cmLst>
</file>

<file path=ppt/comments/comment4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3:59:15.731" idx="6">
    <p:pos x="2904" y="408"/>
    <p:text>considerar o principal pesquisador da temática e seus trabalhos científicos publicados. 
Considera-se também a importância do tema para a sociedade em geral. 
Espera-se ainda no desenvolvimento a apresentação de uma lacuna existente na atualidade pela ausência da aplicabilidade da temática pesquisada. 
tópicos do que será explicado (tema)</p:text>
  </p:cm>
</p:cmLst>
</file>

<file path=ppt/comments/comment5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1:17.556" idx="8">
    <p:pos x="4500" y="846"/>
    <p:text>Relevância da pesquisa
Proposição de outros estudos e dos estudos práticos (desenvolvimento do sistema)</p:text>
  </p:cm>
</p:cmLst>
</file>

<file path=ppt/comments/comment6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9">
    <p:pos x="3404" y="394"/>
    <p:text>As utilizadas no resumo
somentes as citadas no resumo. No formato ABNT</p:text>
  </p:cm>
</p:cmLst>
</file>

<file path=ppt/comments/comment7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0" dt="2022-03-18T14:02:14.520" idx="11">
    <p:pos x="3404" y="394"/>
    <p:text>As utilizadas no resumo
somentes as citadas no resumo. No formato ABNT</p:text>
  </p:cm>
</p:cmLst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B54BF1D-9063-4BEE-8C72-9172F3A10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60633D-40BE-4823-9D70-E90BB7E20D1C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369E3E4-B284-4FE0-B385-0F8C00EF3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C5AF429-F4C5-4AE9-85EC-F9081058DB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9376E9B-F499-4203-B2B7-B90579D709D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20838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09E057-8CC4-4B72-9DC1-A314218106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4E774B-487E-45DD-9EDF-6BED9A23258C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8A54BED-FCEE-4716-B9AD-92F175B41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460C75F-45BA-47EC-BF95-DB68E04D48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504699-A3AE-447D-826C-41FBB7146ADA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240769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0680335-1A72-4BAF-9C76-726DB6793B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E496CB-9C79-4F24-8900-BEAF2F43C272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94608FB-BD3D-43E9-987C-7A569FA604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1923D7B-8A56-4460-BE44-AECAC8F96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6E72C3A-DFB6-4362-8AA1-77746B1B40D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93341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81376A55-6023-45D0-B48D-15049DA299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73C6A4-A5A0-4D45-846F-65CCFFEEC21A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4080E98E-C07A-4400-8991-186F4B90FD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15AC8817-6596-40C4-A8E0-8FFAC94E23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E2781E-1EB2-4E16-A791-F5211820C14C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1018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3">
            <a:extLst>
              <a:ext uri="{FF2B5EF4-FFF2-40B4-BE49-F238E27FC236}">
                <a16:creationId xmlns:a16="http://schemas.microsoft.com/office/drawing/2014/main" id="{2861D758-1FE0-4971-BE41-9F6028AAC3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2D825-50E8-407D-964F-390DD4A6EBBE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8" name="Espaço Reservado para Rodapé 4">
            <a:extLst>
              <a:ext uri="{FF2B5EF4-FFF2-40B4-BE49-F238E27FC236}">
                <a16:creationId xmlns:a16="http://schemas.microsoft.com/office/drawing/2014/main" id="{DE358DC8-9B77-498D-8753-A078F1212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9" name="Espaço Reservado para Número de Slide 5">
            <a:extLst>
              <a:ext uri="{FF2B5EF4-FFF2-40B4-BE49-F238E27FC236}">
                <a16:creationId xmlns:a16="http://schemas.microsoft.com/office/drawing/2014/main" id="{2CE94B5D-1616-4C55-A89B-40ECCC0783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A2693F5-9C85-43CB-B7E0-FB01AAC861D4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05185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3">
            <a:extLst>
              <a:ext uri="{FF2B5EF4-FFF2-40B4-BE49-F238E27FC236}">
                <a16:creationId xmlns:a16="http://schemas.microsoft.com/office/drawing/2014/main" id="{BA2D40DB-7005-4836-B972-A18333792E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DB099B0-8A28-4091-9FCE-463505D2C396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4" name="Espaço Reservado para Rodapé 4">
            <a:extLst>
              <a:ext uri="{FF2B5EF4-FFF2-40B4-BE49-F238E27FC236}">
                <a16:creationId xmlns:a16="http://schemas.microsoft.com/office/drawing/2014/main" id="{8A1047F2-59FB-44FD-BD83-11D13BCAE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5" name="Espaço Reservado para Número de Slide 5">
            <a:extLst>
              <a:ext uri="{FF2B5EF4-FFF2-40B4-BE49-F238E27FC236}">
                <a16:creationId xmlns:a16="http://schemas.microsoft.com/office/drawing/2014/main" id="{AB6F6D58-2A68-431F-BD29-0AD166C301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9D1B0F8-74DD-4CFD-9ECB-AEA8D334A80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9574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3">
            <a:extLst>
              <a:ext uri="{FF2B5EF4-FFF2-40B4-BE49-F238E27FC236}">
                <a16:creationId xmlns:a16="http://schemas.microsoft.com/office/drawing/2014/main" id="{4DCEA456-5F93-42B8-90D3-B807671512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7A9671-140B-4CAD-94EE-9C8FE680A172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3" name="Espaço Reservado para Rodapé 4">
            <a:extLst>
              <a:ext uri="{FF2B5EF4-FFF2-40B4-BE49-F238E27FC236}">
                <a16:creationId xmlns:a16="http://schemas.microsoft.com/office/drawing/2014/main" id="{D4872FA2-4B83-4B64-8CCD-4099798E4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4" name="Espaço Reservado para Número de Slide 5">
            <a:extLst>
              <a:ext uri="{FF2B5EF4-FFF2-40B4-BE49-F238E27FC236}">
                <a16:creationId xmlns:a16="http://schemas.microsoft.com/office/drawing/2014/main" id="{2DF0C6A5-97D8-446D-8FB0-32AFAFF2C6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673105E-A30B-4646-AAA3-D14AC42A7546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8401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5C0CF51B-150F-4068-9B69-BE5A440BF0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962EE6E-4B83-4D73-9FEE-DE8B52599F73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6E956705-34F3-4C04-8055-8FC6BB755D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A4CA0301-8D71-4A14-AF5C-73E8B5D29B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0A42F-E3C1-4FE4-BAB8-FE2E13519CFD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009930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pt-BR" noProof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3">
            <a:extLst>
              <a:ext uri="{FF2B5EF4-FFF2-40B4-BE49-F238E27FC236}">
                <a16:creationId xmlns:a16="http://schemas.microsoft.com/office/drawing/2014/main" id="{C6A6CFAF-0039-4742-BF82-6A3297D594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D17BCC-C147-4A22-9D3F-1A183D22AB45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6" name="Espaço Reservado para Rodapé 4">
            <a:extLst>
              <a:ext uri="{FF2B5EF4-FFF2-40B4-BE49-F238E27FC236}">
                <a16:creationId xmlns:a16="http://schemas.microsoft.com/office/drawing/2014/main" id="{7001FB79-1E19-4F7F-AABA-F8DD364867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7" name="Espaço Reservado para Número de Slide 5">
            <a:extLst>
              <a:ext uri="{FF2B5EF4-FFF2-40B4-BE49-F238E27FC236}">
                <a16:creationId xmlns:a16="http://schemas.microsoft.com/office/drawing/2014/main" id="{027E90B3-6B96-499F-B52E-480CED0BB3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984595-D2D9-4499-BBBF-2895162EC21B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043836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8837088-123D-4E52-B5EE-F08245DEC5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C92DF3-17FE-4197-A72D-5EC4B2ABA984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B51A36-6804-4661-B7CE-7F10514591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3EA23DC-5335-4790-8FE8-A9D877E7AD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59F0D61-2AED-4ECA-9E41-BCE1FB0F7CE2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17967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577FD3-66D5-44AA-9AEA-1638DCFEC9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1FADCA3-6B48-42C4-B0DF-65A35F6686A5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220080C-E1B6-48A7-AAA3-3B83BC5E9F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80622DC-C128-40FE-9C25-D2F199A09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654256-EFD0-4C01-8578-2EF66A3C4349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79957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Espaço Reservado para Título 1">
            <a:extLst>
              <a:ext uri="{FF2B5EF4-FFF2-40B4-BE49-F238E27FC236}">
                <a16:creationId xmlns:a16="http://schemas.microsoft.com/office/drawing/2014/main" id="{77D4EDEA-CACC-4B35-A5FD-343ED0E89A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 título Mestre</a:t>
            </a:r>
          </a:p>
        </p:txBody>
      </p:sp>
      <p:sp>
        <p:nvSpPr>
          <p:cNvPr id="1027" name="Espaço Reservado para Texto 2">
            <a:extLst>
              <a:ext uri="{FF2B5EF4-FFF2-40B4-BE49-F238E27FC236}">
                <a16:creationId xmlns:a16="http://schemas.microsoft.com/office/drawing/2014/main" id="{3E47DE05-9267-49D0-929B-B874559012E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pt-BR" altLang="pt-BR"/>
              <a:t>Clique para editar os estilos de texto Mestres</a:t>
            </a:r>
          </a:p>
          <a:p>
            <a:pPr lvl="1"/>
            <a:r>
              <a:rPr lang="pt-BR" altLang="pt-BR"/>
              <a:t>Segundo nível</a:t>
            </a:r>
          </a:p>
          <a:p>
            <a:pPr lvl="2"/>
            <a:r>
              <a:rPr lang="pt-BR" altLang="pt-BR"/>
              <a:t>Terceiro nível</a:t>
            </a:r>
          </a:p>
          <a:p>
            <a:pPr lvl="3"/>
            <a:r>
              <a:rPr lang="pt-BR" altLang="pt-BR"/>
              <a:t>Quarto nível</a:t>
            </a:r>
          </a:p>
          <a:p>
            <a:pPr lvl="4"/>
            <a:r>
              <a:rPr lang="pt-BR" alt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9D47411-213C-4A24-A115-2F843872FE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10998AB7-6241-4527-818B-1F510D3FF9C9}" type="datetimeFigureOut">
              <a:rPr lang="pt-BR"/>
              <a:pPr>
                <a:defRPr/>
              </a:pPr>
              <a:t>14/10/2026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2C4DAFF-9CD9-46A5-9816-EAB3A142CD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A60DC86-0528-45D8-A884-FD62E2029F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fld id="{206AE7DB-D177-4AFD-9C5A-47E4B8C97508}" type="slidenum">
              <a:rPr lang="pt-BR"/>
              <a:pPr>
                <a:defRPr/>
              </a:pPr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fontAlgn="base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fontAlgn="base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4" Type="http://schemas.openxmlformats.org/officeDocument/2006/relationships/comments" Target="../comments/commen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ítulo 1">
            <a:extLst>
              <a:ext uri="{FF2B5EF4-FFF2-40B4-BE49-F238E27FC236}">
                <a16:creationId xmlns:a16="http://schemas.microsoft.com/office/drawing/2014/main" id="{35EB6B86-5848-4EE5-B863-DD00F306704B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endParaRPr lang="pt-BR" altLang="pt-BR" dirty="0"/>
          </a:p>
        </p:txBody>
      </p:sp>
      <p:sp>
        <p:nvSpPr>
          <p:cNvPr id="2051" name="Subtítulo 2">
            <a:extLst>
              <a:ext uri="{FF2B5EF4-FFF2-40B4-BE49-F238E27FC236}">
                <a16:creationId xmlns:a16="http://schemas.microsoft.com/office/drawing/2014/main" id="{EFAE6E1B-4A73-4637-B080-37FEF0FFBAED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endParaRPr lang="pt-BR" altLang="pt-BR" dirty="0"/>
          </a:p>
        </p:txBody>
      </p:sp>
      <p:pic>
        <p:nvPicPr>
          <p:cNvPr id="2052" name="Imagem 4" descr="Gráfico, Gráfico de funil&#10;&#10;Descrição gerada automaticamente">
            <a:extLst>
              <a:ext uri="{FF2B5EF4-FFF2-40B4-BE49-F238E27FC236}">
                <a16:creationId xmlns:a16="http://schemas.microsoft.com/office/drawing/2014/main" id="{876DEAEF-F5B3-4719-8ED0-6E0EC47C6A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053" name="Imagem 8" descr="Logotipo&#10;&#10;Descrição gerada automaticamente com confiança baixa">
            <a:extLst>
              <a:ext uri="{FF2B5EF4-FFF2-40B4-BE49-F238E27FC236}">
                <a16:creationId xmlns:a16="http://schemas.microsoft.com/office/drawing/2014/main" id="{AAD5FBF0-2170-4100-A44E-5DCD823B8C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51638" y="2763837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Título 1">
            <a:extLst>
              <a:ext uri="{FF2B5EF4-FFF2-40B4-BE49-F238E27FC236}">
                <a16:creationId xmlns:a16="http://schemas.microsoft.com/office/drawing/2014/main" id="{D21B3ED0-D5BF-48AB-93CA-9B9E222924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3075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F7102E8A-CB45-4A10-AB16-9CFF74D6505F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307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2652960"/>
            <a:ext cx="6096000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ACESSIBILIDADE DIGITAL</a:t>
            </a:r>
          </a:p>
        </p:txBody>
      </p:sp>
      <p:sp>
        <p:nvSpPr>
          <p:cNvPr id="8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27675" y="2237462"/>
            <a:ext cx="3234906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Renata Costa, Me</a:t>
            </a:r>
          </a:p>
          <a:p>
            <a:pPr>
              <a:spcBef>
                <a:spcPct val="50000"/>
              </a:spcBef>
            </a:pPr>
            <a:r>
              <a:rPr lang="pt-BR" altLang="pt-BR" sz="12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Profa. Andrea Ono, </a:t>
            </a:r>
            <a:r>
              <a:rPr lang="pt-BR" altLang="pt-BR" sz="1200" b="1" dirty="0" err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Dr</a:t>
            </a:r>
            <a:endParaRPr lang="pt-BR" altLang="pt-BR" sz="1200" b="1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endParaRPr lang="pt-BR" altLang="pt-BR" sz="1200" dirty="0">
              <a:solidFill>
                <a:srgbClr val="153553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</a:pP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João Pablo Nascimento dos santos</a:t>
            </a:r>
          </a:p>
          <a:p>
            <a:pPr>
              <a:spcBef>
                <a:spcPct val="50000"/>
              </a:spcBef>
            </a:pPr>
            <a:r>
              <a:rPr lang="pt-BR" altLang="pt-BR" sz="1200" dirty="0" err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Kaique</a:t>
            </a:r>
            <a:r>
              <a:rPr lang="pt-BR" altLang="pt-BR" sz="1200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 Andrey</a:t>
            </a:r>
          </a:p>
        </p:txBody>
      </p:sp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56209" y="5931073"/>
            <a:ext cx="3382200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1400" b="1" dirty="0">
                <a:solidFill>
                  <a:schemeClr val="bg1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ANÁLISE E DESENVOLVIMENTO DE SISTEMAS</a:t>
            </a:r>
          </a:p>
        </p:txBody>
      </p:sp>
      <p:sp>
        <p:nvSpPr>
          <p:cNvPr id="10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336227"/>
            <a:ext cx="586978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r">
              <a:spcBef>
                <a:spcPct val="50000"/>
              </a:spcBef>
            </a:pPr>
            <a:r>
              <a:rPr lang="pt-BR" sz="1000" b="1" dirty="0">
                <a:solidFill>
                  <a:srgbClr val="FF0000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TECNOLOGIAS ASSISTIVAS; INCLUSÃO DIGITAL; ACESSIBILIDADE.</a:t>
            </a:r>
          </a:p>
        </p:txBody>
      </p:sp>
      <p:pic>
        <p:nvPicPr>
          <p:cNvPr id="15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28344" y="5931073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tângulo 1"/>
          <p:cNvSpPr/>
          <p:nvPr/>
        </p:nvSpPr>
        <p:spPr>
          <a:xfrm>
            <a:off x="10215847" y="5254109"/>
            <a:ext cx="10855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pt-BR" altLang="pt-BR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2026.2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PROBLEMÁTICA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Dificuldades enfrentadas por pessoas com deficiência no uso da tecnologia.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Falta de recursos digitais acessíveis.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Tecnologias que nem sempre são fáceis de utilizar.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JUSTIFICATIVA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Importância de facilitar o acesso à tecnologia.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Necessidade de desenvolver tecnologias mais acessíveis e intuitivas.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Contribuição para a autonomia e inclusão de pessoas com deficiência.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C83F4-C754-5493-758B-064E4E9F6F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EAACA6E4-00F2-A955-1957-4F467F6213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74C8AAD2-BFF4-21B8-4A87-79E7FD0BB2D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55F3FA2C-B60D-0465-6983-3F4AE419EB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OBJETIVO GERAL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Compreender o papel das tecnologias digitais na inclusão de pessoas com deficiência.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b="1" dirty="0">
                <a:latin typeface="Verdana" pitchFamily="34" charset="0"/>
                <a:ea typeface="Verdana" pitchFamily="34" charset="0"/>
              </a:rPr>
              <a:t>OBJETIVOS ESPECÍFICOS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Identificar tecnologias digitais que auxiliam pessoas com deficiência.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Analisar os benefícios dessas tecnologias para a acessibilidade.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Investigar os desafios para a inclusão digital.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Compreender como a tecnologia contribui para a autonomia e a participação social.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92303B23-9EE7-A945-ACCA-0ED7F7863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3199D05E-CDE1-B4DE-09A7-4775D5F5CC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5539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INTRODUÇÃO</a:t>
            </a:r>
          </a:p>
        </p:txBody>
      </p:sp>
    </p:spTree>
    <p:extLst>
      <p:ext uri="{BB962C8B-B14F-4D97-AF65-F5344CB8AC3E}">
        <p14:creationId xmlns:p14="http://schemas.microsoft.com/office/powerpoint/2010/main" val="20284302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42550" y="6030911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0067" y="777875"/>
            <a:ext cx="5283202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defPPr>
              <a:defRPr lang="pt-BR"/>
            </a:defPPr>
            <a:lvl1pPr>
              <a:spcBef>
                <a:spcPct val="50000"/>
              </a:spcBef>
              <a:defRPr sz="3000" b="1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/>
            <a:lvl3pPr marL="1143000" indent="-228600"/>
            <a:lvl4pPr marL="1600200" indent="-228600"/>
            <a:lvl5pPr marL="2057400" indent="-228600"/>
            <a:lvl6pPr marL="2514600" indent="-228600" fontAlgn="base">
              <a:spcBef>
                <a:spcPct val="0"/>
              </a:spcBef>
              <a:spcAft>
                <a:spcPct val="0"/>
              </a:spcAft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</a:lvl9pPr>
          </a:lstStyle>
          <a:p>
            <a:r>
              <a:rPr lang="pt-BR" altLang="pt-BR" dirty="0"/>
              <a:t>METODOLOGIA/MÉTODO DA PESQUISA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C6B2C7A-E59D-5A67-500D-5262D5121C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30067" y="2719433"/>
            <a:ext cx="6130925" cy="1824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285750" indent="-285750" algn="just">
              <a:buFontTx/>
              <a:buChar char="-"/>
            </a:pPr>
            <a:r>
              <a:rPr lang="pt-BR" sz="1800" dirty="0">
                <a:latin typeface="Segoe UI" panose="020B0502040204020203" pitchFamily="34" charset="0"/>
              </a:rPr>
              <a:t>Abordagem Qualitativa</a:t>
            </a:r>
          </a:p>
          <a:p>
            <a:pPr marL="285750" indent="-285750" algn="just">
              <a:buFontTx/>
              <a:buChar char="-"/>
            </a:pPr>
            <a:r>
              <a:rPr lang="pt-BR" sz="1800" dirty="0">
                <a:effectLst/>
                <a:latin typeface="Segoe UI" panose="020B0502040204020203" pitchFamily="34" charset="0"/>
              </a:rPr>
              <a:t>Pesquisa bibliográfica</a:t>
            </a:r>
          </a:p>
          <a:p>
            <a:pPr marL="285750" indent="-285750" algn="just">
              <a:buFontTx/>
              <a:buChar char="-"/>
            </a:pPr>
            <a:r>
              <a:rPr lang="pt-BR" sz="1800" dirty="0">
                <a:latin typeface="Segoe UI" panose="020B0502040204020203" pitchFamily="34" charset="0"/>
              </a:rPr>
              <a:t>Consulta  a artigos científicos e materiais teóricos</a:t>
            </a:r>
          </a:p>
          <a:p>
            <a:pPr marL="285750" indent="-285750" algn="just">
              <a:buFontTx/>
              <a:buChar char="-"/>
            </a:pPr>
            <a:r>
              <a:rPr lang="pt-BR" sz="1800" dirty="0">
                <a:effectLst/>
                <a:latin typeface="Arial" panose="020B0604020202020204" pitchFamily="34" charset="0"/>
              </a:rPr>
              <a:t>Análise da contribuição das tecnologias digitais para a acessibilidade e inclusão.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427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800000"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410" y="606425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FUNDAMENTAÇÃO TEÓRICA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01DEED65-4293-70B7-FE9D-9EBEBFE6AC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0" y="1984376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TEMÁTICA: ACESSIBILIDADE DIGITAL — PESQUISADORA: BYANCA CRYSTINA ALMEIDA SOUZA (2025).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TEMÁTICA: TECNOLOGIAS DIGITAIS E INCLUSÃO ESCOLAR — PESQUISADORES: SILVA, DAVID E VASCONCELOS (2022).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TEMÁTICA: TECNOLOGIA ASSISTIVA NA EDUCAÇÃO — PESQUISADORES: EDUARDO, MOURA E EDUARDO (2026).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93924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98112" y="6154737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8625" y="844550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CONSIDERAÇÕES FINAIS</a:t>
            </a:r>
          </a:p>
        </p:txBody>
      </p:sp>
      <p:sp>
        <p:nvSpPr>
          <p:cNvPr id="2" name="Rectangle 7">
            <a:extLst>
              <a:ext uri="{FF2B5EF4-FFF2-40B4-BE49-F238E27FC236}">
                <a16:creationId xmlns:a16="http://schemas.microsoft.com/office/drawing/2014/main" id="{3BAA0655-280C-904A-F03E-0947DA8605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08625" y="2208212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As tecnologias digitais contribuem para a inclusão de pessoas com deficiência.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 acessibilidade facilita o acesso à informação e à educação.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As tecnologias assistivas promovem maior autonomia.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Ainda existem desafios para garantir a inclusão digital.</a:t>
            </a: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É importante desenvolver tecnologias acessíveis para todos.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51970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121518D1-64C1-44B9-8B7A-4F1039577A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A9EB0ED6-083B-4BFA-9C57-A71D9212A14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D09F245C-E224-40FB-B22C-C183266847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SOUZA,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Byanca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Crystina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Almeida. Tecnologias digitais e assistivas na educação: desafios e possibilidades para a inclusão de pessoas com deficiência. **Revista Educação Contemporânea**, v. 2, n. 5, p. 3736-3740, 2025. DOI: https://doi.org/10.5281/zenodo.18019331. Disponível em: https://www.editoraverde.org/portal/revistas/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index.php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/reca/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article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/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view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/905. Acesso em: 14 out. 2026.</a:t>
            </a:r>
          </a:p>
          <a:p>
            <a:pPr marL="171450" indent="-171450">
              <a:buFont typeface="Wingdings" pitchFamily="2" charset="2"/>
              <a:buChar char="ü"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SILVA, Maria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Aurinolia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Barreto; DAVID, Priscila Barros; VASCONCELOS, Francisco Herbert Lima. Acessibilidade, tecnologias digitais e inclusão escolar de pessoas com deficiência: uma revisão sistemática de literatura. **Conexões – Ciência e Tecnologia**, Fortaleza, v. 16, p. e022021, 2022. DOI: https://doi.org/10.21439/conexoes.v16i0.2261. Disponível em: https://conexoes.ifce.edu.br/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index.php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/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conexoes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/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article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/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view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/2261. Acesso em: 14 out. 2026.</a:t>
            </a:r>
          </a:p>
          <a:p>
            <a:pPr>
              <a:buNone/>
            </a:pPr>
            <a:endParaRPr lang="pt-BR" sz="1400" dirty="0">
              <a:latin typeface="Verdana" pitchFamily="34" charset="0"/>
              <a:ea typeface="Verdana" pitchFamily="34" charset="0"/>
            </a:endParaRP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6EA859A7-0882-438E-8A76-D07EC4ED82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2153AA99-8F89-44F6-89BE-50ADB104D0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12839842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7F9651-178B-C4FF-E369-ED667F5D9D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Título 1">
            <a:extLst>
              <a:ext uri="{FF2B5EF4-FFF2-40B4-BE49-F238E27FC236}">
                <a16:creationId xmlns:a16="http://schemas.microsoft.com/office/drawing/2014/main" id="{C674F570-310F-1C36-89FA-6016278D24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4099" name="Espaço Reservado para Conteúdo 4" descr="Gráfico, Gráfico de barras&#10;&#10;Descrição gerada automaticamente">
            <a:extLst>
              <a:ext uri="{FF2B5EF4-FFF2-40B4-BE49-F238E27FC236}">
                <a16:creationId xmlns:a16="http://schemas.microsoft.com/office/drawing/2014/main" id="{0DEF4351-4920-EC16-70A6-AF612EF405E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 rot="10800000">
            <a:off x="0" y="0"/>
            <a:ext cx="12192000" cy="6858000"/>
          </a:xfrm>
        </p:spPr>
      </p:pic>
      <p:sp>
        <p:nvSpPr>
          <p:cNvPr id="4100" name="Rectangle 7">
            <a:extLst>
              <a:ext uri="{FF2B5EF4-FFF2-40B4-BE49-F238E27FC236}">
                <a16:creationId xmlns:a16="http://schemas.microsoft.com/office/drawing/2014/main" id="{98256BFF-F858-9FA2-3D25-3EBBFE15D8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6412" y="2146301"/>
            <a:ext cx="6130925" cy="36464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just">
              <a:buNone/>
            </a:pPr>
            <a:endParaRPr lang="pt-BR" altLang="pt-BR" sz="1400" dirty="0">
              <a:latin typeface="Verdana" pitchFamily="34" charset="0"/>
              <a:ea typeface="Verdana" pitchFamily="34" charset="0"/>
            </a:endParaRPr>
          </a:p>
          <a:p>
            <a:pPr marL="171450" indent="-171450">
              <a:buFont typeface="Wingdings" pitchFamily="2" charset="2"/>
              <a:buChar char="ü"/>
            </a:pPr>
            <a:r>
              <a:rPr lang="pt-BR" sz="1400" dirty="0">
                <a:latin typeface="Verdana" pitchFamily="34" charset="0"/>
                <a:ea typeface="Verdana" pitchFamily="34" charset="0"/>
              </a:rPr>
              <a:t>EDUARDO, Alessandra Fernandes; MOURA, Maria de Fátima; EDUARDO, Renata Fernandes. Tecnologias digitais e recursos da tecnologia assistiva como ferramentas de inclusão na educação brasileira. 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Rebena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 – Revista Brasileira de Ensino e Aprendizagem, v. 15, p. 1108-1119, 2026. DOI: https://doi.org/10.5281/zenodo.21997129. Disponível em: https://rebena.emnuvens.com.br/revista/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article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/</a:t>
            </a:r>
            <a:r>
              <a:rPr lang="pt-BR" sz="1400" dirty="0" err="1">
                <a:latin typeface="Verdana" pitchFamily="34" charset="0"/>
                <a:ea typeface="Verdana" pitchFamily="34" charset="0"/>
              </a:rPr>
              <a:t>view</a:t>
            </a:r>
            <a:r>
              <a:rPr lang="pt-BR" sz="1400" dirty="0">
                <a:latin typeface="Verdana" pitchFamily="34" charset="0"/>
                <a:ea typeface="Verdana" pitchFamily="34" charset="0"/>
              </a:rPr>
              <a:t>/825. Acesso em: 14 out. 2026.</a:t>
            </a:r>
          </a:p>
        </p:txBody>
      </p:sp>
      <p:pic>
        <p:nvPicPr>
          <p:cNvPr id="8" name="Imagem 6" descr="Logotipo&#10;&#10;Descrição gerada automaticamente com confiança média">
            <a:extLst>
              <a:ext uri="{FF2B5EF4-FFF2-40B4-BE49-F238E27FC236}">
                <a16:creationId xmlns:a16="http://schemas.microsoft.com/office/drawing/2014/main" id="{FACF0266-A96E-2F49-BFA1-E2CE6D88FA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08625" y="6030912"/>
            <a:ext cx="1341438" cy="403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9">
            <a:extLst>
              <a:ext uri="{FF2B5EF4-FFF2-40B4-BE49-F238E27FC236}">
                <a16:creationId xmlns:a16="http://schemas.microsoft.com/office/drawing/2014/main" id="{6C4CB2E9-4E4D-6A3E-C444-17BE275911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0706" y="844549"/>
            <a:ext cx="4262438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50000"/>
              </a:spcBef>
            </a:pPr>
            <a:r>
              <a:rPr lang="pt-BR" altLang="pt-BR" sz="3000" b="1" dirty="0">
                <a:solidFill>
                  <a:srgbClr val="153553"/>
                </a:solidFill>
                <a:latin typeface="Verdana" panose="020B0604030504040204" pitchFamily="34" charset="0"/>
                <a:ea typeface="ＭＳ Ｐゴシック" panose="020B0600070205080204" pitchFamily="34" charset="-128"/>
              </a:rPr>
              <a:t>REFERÊNCIA BIBLIOGRÁFICA</a:t>
            </a:r>
          </a:p>
        </p:txBody>
      </p:sp>
    </p:spTree>
    <p:extLst>
      <p:ext uri="{BB962C8B-B14F-4D97-AF65-F5344CB8AC3E}">
        <p14:creationId xmlns:p14="http://schemas.microsoft.com/office/powerpoint/2010/main" val="6757704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ítulo 1">
            <a:extLst>
              <a:ext uri="{FF2B5EF4-FFF2-40B4-BE49-F238E27FC236}">
                <a16:creationId xmlns:a16="http://schemas.microsoft.com/office/drawing/2014/main" id="{EEF05124-4115-43F9-BCFF-F980C8F42D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5123" name="Espaço Reservado para Conteúdo 4" descr="Uma imagem contendo Retângulo&#10;&#10;Descrição gerada automaticamente">
            <a:extLst>
              <a:ext uri="{FF2B5EF4-FFF2-40B4-BE49-F238E27FC236}">
                <a16:creationId xmlns:a16="http://schemas.microsoft.com/office/drawing/2014/main" id="{8E1F7DDD-FF2A-43EE-909F-663635D2B2C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sp>
        <p:nvSpPr>
          <p:cNvPr id="5124" name="Text Box 6">
            <a:extLst>
              <a:ext uri="{FF2B5EF4-FFF2-40B4-BE49-F238E27FC236}">
                <a16:creationId xmlns:a16="http://schemas.microsoft.com/office/drawing/2014/main" id="{E223242B-36FC-4EDF-B7C1-F179D9876F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43200" y="1413063"/>
            <a:ext cx="6705600" cy="40318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pt-BR" altLang="pt-BR" sz="3200" i="1" dirty="0">
                <a:solidFill>
                  <a:schemeClr val="bg1"/>
                </a:solidFill>
                <a:latin typeface="Verdana" panose="020B0604030504040204" pitchFamily="34" charset="0"/>
              </a:rPr>
              <a:t>Agradecemos aos professores pela orientação e a todos que contribuíram para este trabalho. Esperamos que esta pesquisa ajude a destacar a importância da tecnologia para a inclusão e a acessibilidade de pessoas com deficiência.</a:t>
            </a:r>
            <a:endParaRPr lang="pt-BR" altLang="pt-BR" sz="3200" dirty="0">
              <a:solidFill>
                <a:srgbClr val="002D55"/>
              </a:solidFill>
              <a:latin typeface="Verdana" panose="020B0604030504040204" pitchFamily="34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ítulo 1">
            <a:extLst>
              <a:ext uri="{FF2B5EF4-FFF2-40B4-BE49-F238E27FC236}">
                <a16:creationId xmlns:a16="http://schemas.microsoft.com/office/drawing/2014/main" id="{EC112F46-5108-40C3-808D-99567C1815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pt-BR" altLang="pt-BR"/>
          </a:p>
        </p:txBody>
      </p:sp>
      <p:pic>
        <p:nvPicPr>
          <p:cNvPr id="7171" name="Espaço Reservado para Conteúdo 4" descr="Uma imagem contendo Forma&#10;&#10;Descrição gerada automaticamente">
            <a:extLst>
              <a:ext uri="{FF2B5EF4-FFF2-40B4-BE49-F238E27FC236}">
                <a16:creationId xmlns:a16="http://schemas.microsoft.com/office/drawing/2014/main" id="{3179E142-1D8E-4F12-A1B5-DEAE3BD929C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0" y="0"/>
            <a:ext cx="12192000" cy="6858000"/>
          </a:xfrm>
        </p:spPr>
      </p:pic>
      <p:pic>
        <p:nvPicPr>
          <p:cNvPr id="7172" name="Imagem 6" descr="Logotipo&#10;&#10;Descrição gerada automaticamente com confiança baixa">
            <a:extLst>
              <a:ext uri="{FF2B5EF4-FFF2-40B4-BE49-F238E27FC236}">
                <a16:creationId xmlns:a16="http://schemas.microsoft.com/office/drawing/2014/main" id="{1FB7FF44-5FE7-4823-AD16-37782FFAD1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6663" y="2763838"/>
            <a:ext cx="4433887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1DAED1B117F6894D909B25A69A4597D2" ma:contentTypeVersion="11" ma:contentTypeDescription="Crie um novo documento." ma:contentTypeScope="" ma:versionID="fc0e1081098a96f1fc26b259e7bbb1c8">
  <xsd:schema xmlns:xsd="http://www.w3.org/2001/XMLSchema" xmlns:xs="http://www.w3.org/2001/XMLSchema" xmlns:p="http://schemas.microsoft.com/office/2006/metadata/properties" xmlns:ns2="0cd93fe2-0880-41f5-aab4-f958682b72cb" xmlns:ns3="18000554-2c77-4cf4-9366-a485aa9d7e35" targetNamespace="http://schemas.microsoft.com/office/2006/metadata/properties" ma:root="true" ma:fieldsID="f39cd65ee00b5e4c5dd2756fb7575f2f" ns2:_="" ns3:_="">
    <xsd:import namespace="0cd93fe2-0880-41f5-aab4-f958682b72cb"/>
    <xsd:import namespace="18000554-2c77-4cf4-9366-a485aa9d7e3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cd93fe2-0880-41f5-aab4-f958682b72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000554-2c77-4cf4-9366-a485aa9d7e35" elementFormDefault="qualified">
    <xsd:import namespace="http://schemas.microsoft.com/office/2006/documentManagement/types"/>
    <xsd:import namespace="http://schemas.microsoft.com/office/infopath/2007/PartnerControls"/>
    <xsd:element name="SharedWithUsers" ma:index="15" nillable="true" ma:displayName="Compartilhado com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6" nillable="true" ma:displayName="Detalhes de Compartilhado Com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EB3752F-42B6-452F-9AAE-531B3222458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cd93fe2-0880-41f5-aab4-f958682b72cb"/>
    <ds:schemaRef ds:uri="18000554-2c77-4cf4-9366-a485aa9d7e35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A4661556-5590-415F-9315-F9BACBDA7B81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938</TotalTime>
  <Words>603</Words>
  <Application>Microsoft Office PowerPoint</Application>
  <PresentationFormat>Widescreen</PresentationFormat>
  <Paragraphs>53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Segoe UI</vt:lpstr>
      <vt:lpstr>Verdana</vt:lpstr>
      <vt:lpstr>Wingdings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Criação 04</dc:creator>
  <cp:lastModifiedBy>Games Pass</cp:lastModifiedBy>
  <cp:revision>21</cp:revision>
  <dcterms:created xsi:type="dcterms:W3CDTF">2021-05-14T17:32:15Z</dcterms:created>
  <dcterms:modified xsi:type="dcterms:W3CDTF">2026-10-14T16:16:42Z</dcterms:modified>
</cp:coreProperties>
</file>